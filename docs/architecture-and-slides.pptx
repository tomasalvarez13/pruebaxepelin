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097280"/>
            <a:ext cx="685800" cy="685800"/>
          </a:xfrm>
          <a:prstGeom prst="roundRect">
            <a:avLst>
              <a:gd name="adj" fmla="val 16000"/>
            </a:avLst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09728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201168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CRM para KAMs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640080" y="292608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Arquitectura, Stack y Decisiones de Producto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42062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 Técnica GE II — Part 1  ·  Junio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Diagrama de Arquitectura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1005840"/>
          </a:xfrm>
          <a:prstGeom prst="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8961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— VERCEL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1207008"/>
            <a:ext cx="14173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207008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14</a:t>
            </a: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Router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212848" y="1207008"/>
            <a:ext cx="14173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12848" y="1207008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Mantine v7</a:t>
            </a: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Kit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785616" y="1207008"/>
            <a:ext cx="14173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85616" y="1207008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Recharts</a:t>
            </a: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358384" y="1207008"/>
            <a:ext cx="14173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58384" y="1207008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AuthProvider</a:t>
            </a: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+ localStorage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931152" y="1207008"/>
            <a:ext cx="14173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31152" y="1207008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200400" y="19202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 HTTPS + Bearer Token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57200" y="2194560"/>
            <a:ext cx="8229600" cy="1417320"/>
          </a:xfrm>
          <a:prstGeom prst="rect">
            <a:avLst/>
          </a:prstGeom>
          <a:solidFill>
            <a:srgbClr val="ECFEFF"/>
          </a:solidFill>
          <a:ln w="12700">
            <a:solidFill>
              <a:srgbClr val="A5F3F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22219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— RAILWAY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40080" y="2542032"/>
            <a:ext cx="1170432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A5F3F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2542032"/>
            <a:ext cx="1170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NestJS</a:t>
            </a:r>
            <a:endParaRPr lang="en-US" sz="9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938528" y="2542032"/>
            <a:ext cx="1170432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A5F3F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938528" y="2542032"/>
            <a:ext cx="1170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Passport</a:t>
            </a:r>
            <a:endParaRPr lang="en-US" sz="9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Guard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36976" y="2542032"/>
            <a:ext cx="1170432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A5F3F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36976" y="2542032"/>
            <a:ext cx="1170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 5</a:t>
            </a:r>
            <a:endParaRPr lang="en-US" sz="9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ORM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35424" y="2542032"/>
            <a:ext cx="1170432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A5F3F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35424" y="2542032"/>
            <a:ext cx="1170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</a:t>
            </a:r>
            <a:endParaRPr lang="en-US" sz="9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cálculo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833872" y="2542032"/>
            <a:ext cx="1170432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A5F3F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833872" y="2542032"/>
            <a:ext cx="1170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</a:t>
            </a:r>
            <a:endParaRPr lang="en-US" sz="9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132320" y="2542032"/>
            <a:ext cx="1170432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A5F3F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132320" y="2542032"/>
            <a:ext cx="1170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Validator</a:t>
            </a:r>
            <a:endParaRPr lang="en-US" sz="9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class-validator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40080" y="3127248"/>
            <a:ext cx="786384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A5F3F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77240" y="3127248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ENDPOINTS:   POST /auth/login    GET /me    GET /companies    GET /companies/:id    PATCH /companies/:id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3200400" y="365760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 Prisma Client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57200" y="3886200"/>
            <a:ext cx="3840480" cy="960120"/>
          </a:xfrm>
          <a:prstGeom prst="rect">
            <a:avLst/>
          </a:prstGeom>
          <a:solidFill>
            <a:srgbClr val="DCFCE7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0080" y="39136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 — POSTGRESQL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40080" y="4187952"/>
            <a:ext cx="74980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0080" y="4187952"/>
            <a:ext cx="7498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1508760" y="4187952"/>
            <a:ext cx="74980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508760" y="4187952"/>
            <a:ext cx="7498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2377440" y="4187952"/>
            <a:ext cx="74980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377440" y="4187952"/>
            <a:ext cx="7498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246120" y="4187952"/>
            <a:ext cx="74980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246120" y="4187952"/>
            <a:ext cx="7498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480560" y="3886200"/>
            <a:ext cx="4206240" cy="960120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663440" y="39136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 ENGINE — ON-READ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663440" y="4169664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risk score (0–7) → LOW / MEDIUM / HIGH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 flags (SOW, línea, mono-producto)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label (ALTA / MEDIA / BAJA)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Stack Elegido</a:t>
            </a:r>
            <a:endParaRPr lang="en-US" sz="2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868680"/>
          <a:ext cx="82296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2011680"/>
                <a:gridCol w="530352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Tecnología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 qué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Next.js 14 (App Router)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Server components, file-based routing, deploy instant en Vercel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Mantine v7 + CSS custom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Componentes accesibles, diseño premium Stripe/Linear style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Recharts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Declarativa, liviana, ideal para AreaChart de volumen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NestJS + TypeScript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Framework opinado con DI, módulos, guards y pipes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JWT + Passport + bcrypt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 stateless, hash passwords, guard protege endpoints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Prisma 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Type-safe queries, migraciones declarativas, cliente generado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PostgreSQL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ACID, Decimal(14,2), enums, índices compuestos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Deploy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Railway + Vercel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Deploy desde GitHub, zero-config para Next.js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Decisiones de Producto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3977640" cy="8686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1051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97280" y="96012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KPIs + tabla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Visión rápida de cartera. 4 KPIs dan contexto, tabla permite drill-down.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892808"/>
            <a:ext cx="3977640" cy="8686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20756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97280" y="1984248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Señales determinísticas on-read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Churn, expansion, priority: auditables, sin ML, calculadas en cada request.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916936"/>
            <a:ext cx="3977640" cy="8686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30998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🤖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097280" y="3008376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Summary por reglas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 LLM con templates condicionales. Sin costos API, preparado para Part 2.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941064"/>
            <a:ext cx="3977640" cy="8686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41239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🔒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097280" y="4032504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Aislamiento por KAM con JWT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request filtra por kamId del token. Un KAM nunca ve datos de otro.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63440" y="868680"/>
            <a:ext cx="3977640" cy="8686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00600" y="1051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📈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303520" y="96012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Gráfico volumen 12 meses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AreaChart muestra tendencias que las métricas numéricas no comunican.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63440" y="1892808"/>
            <a:ext cx="3977640" cy="8686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00600" y="20756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📝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5303520" y="1984248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Notas + timeline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actionable: editar notas y ver historial de contactos por canal.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63440" y="2916936"/>
            <a:ext cx="3977640" cy="8686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00600" y="30998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🎨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303520" y="3008376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premium CSS-first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Inspirado en Stripe/Linear/Mercury. Flat, spacing generoso, Inter tight.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Qué Dejamos Fuera y Por Qué</a:t>
            </a:r>
            <a:endParaRPr lang="en-US" sz="2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86868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914400"/>
                <a:gridCol w="566928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Estado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Razón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Resumen con LLM real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241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 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Schema listo con campos aiSummary y recommendedActions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CRUD de interacciones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Deliberado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 priorizó señales y pulido visual sobre formularios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Refresh token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Simplificado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Token 8h suficiente para prueba técnica con 2 usuarios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Tests unitarios / e2e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Fuera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 priorizó feature-completeness y calidad visual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Paginación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Innecesario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~5-6 empresas por KAM, Prisma soporta take/skip si escala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Búsqueda por texto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Deliberado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Filtros de riesgo/expansión cubren los casos con 10 empresas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Responsive mobile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241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Parcial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Tabla optimizada para desktop. El KAM trabaja desde laptop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457200" y="4069080"/>
            <a:ext cx="8229600" cy="6400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40080" y="411480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Criterio: 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priorizó lo que demuestra criterio de producto sobre completitud técnica. Un evaluador busca: ¿entiende el problema? ¿toma decisiones razonadas? ¿el resultado se ve profesional?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Mini CRM para KAMs — Arquitectura y Decisiones</dc:title>
  <dc:subject>PptxGenJS Presentation</dc:subject>
  <dc:creator>Xepelin CRM</dc:creator>
  <cp:lastModifiedBy>Xepelin CRM</cp:lastModifiedBy>
  <cp:revision>1</cp:revision>
  <dcterms:created xsi:type="dcterms:W3CDTF">2026-06-11T15:51:34Z</dcterms:created>
  <dcterms:modified xsi:type="dcterms:W3CDTF">2026-06-11T15:51:34Z</dcterms:modified>
</cp:coreProperties>
</file>